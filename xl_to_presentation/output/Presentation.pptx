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0efc4fd9329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a95b2b27af4600"/>
  </p:sldMasterIdLst>
  <p:sldIdLst>
    <p:sldId xmlns:r="http://schemas.openxmlformats.org/officeDocument/2006/relationships" id="256" r:id="R3f2840bb18c4419b"/>
    <p:sldId xmlns:r="http://schemas.openxmlformats.org/officeDocument/2006/relationships" id="257" r:id="Rb774d961e6aa4d00"/>
    <p:sldId xmlns:r="http://schemas.openxmlformats.org/officeDocument/2006/relationships" id="258" r:id="Rebc5b5a40bb042e0"/>
    <p:sldId xmlns:r="http://schemas.openxmlformats.org/officeDocument/2006/relationships" id="259" r:id="R9beeb887af2a4eb0"/>
    <p:sldId xmlns:r="http://schemas.openxmlformats.org/officeDocument/2006/relationships" id="260" r:id="R853ca35867744074"/>
    <p:sldId xmlns:r="http://schemas.openxmlformats.org/officeDocument/2006/relationships" id="261" r:id="Rbb30b4020ba44c72"/>
    <p:sldId xmlns:r="http://schemas.openxmlformats.org/officeDocument/2006/relationships" id="262" r:id="R36e65ea132cb4f9e"/>
    <p:sldId xmlns:r="http://schemas.openxmlformats.org/officeDocument/2006/relationships" id="263" r:id="R661e969351f04ca7"/>
    <p:sldId xmlns:r="http://schemas.openxmlformats.org/officeDocument/2006/relationships" id="264" r:id="R09d482c9378d4d0f"/>
    <p:sldId xmlns:r="http://schemas.openxmlformats.org/officeDocument/2006/relationships" id="265" r:id="R543c90ae20bf4aec"/>
    <p:sldId xmlns:r="http://schemas.openxmlformats.org/officeDocument/2006/relationships" id="266" r:id="R509973ef38e24906"/>
    <p:sldId xmlns:r="http://schemas.openxmlformats.org/officeDocument/2006/relationships" id="267" r:id="R86b5481757644a0e"/>
  </p:sldIdLst>
  <p:sldSz cx="9144000" cy="51435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95b2b27af4600" /><Relationship Type="http://schemas.openxmlformats.org/officeDocument/2006/relationships/slide" Target="/ppt/slides/slide1.xml" Id="R3f2840bb18c4419b" /><Relationship Type="http://schemas.openxmlformats.org/officeDocument/2006/relationships/slide" Target="/ppt/slides/slide2.xml" Id="Rb774d961e6aa4d00" /><Relationship Type="http://schemas.openxmlformats.org/officeDocument/2006/relationships/slide" Target="/ppt/slides/slide3.xml" Id="Rebc5b5a40bb042e0" /><Relationship Type="http://schemas.openxmlformats.org/officeDocument/2006/relationships/slide" Target="/ppt/slides/slide4.xml" Id="R9beeb887af2a4eb0" /><Relationship Type="http://schemas.openxmlformats.org/officeDocument/2006/relationships/slide" Target="/ppt/slides/slide5.xml" Id="R853ca35867744074" /><Relationship Type="http://schemas.openxmlformats.org/officeDocument/2006/relationships/slide" Target="/ppt/slides/slide6.xml" Id="Rbb30b4020ba44c72" /><Relationship Type="http://schemas.openxmlformats.org/officeDocument/2006/relationships/slide" Target="/ppt/slides/slide7.xml" Id="R36e65ea132cb4f9e" /><Relationship Type="http://schemas.openxmlformats.org/officeDocument/2006/relationships/slide" Target="/ppt/slides/slide8.xml" Id="R661e969351f04ca7" /><Relationship Type="http://schemas.openxmlformats.org/officeDocument/2006/relationships/slide" Target="/ppt/slides/slide9.xml" Id="R09d482c9378d4d0f" /><Relationship Type="http://schemas.openxmlformats.org/officeDocument/2006/relationships/slide" Target="/ppt/slides/slide10.xml" Id="R543c90ae20bf4aec" /><Relationship Type="http://schemas.openxmlformats.org/officeDocument/2006/relationships/slide" Target="/ppt/slides/slide11.xml" Id="R509973ef38e24906" /><Relationship Type="http://schemas.openxmlformats.org/officeDocument/2006/relationships/slide" Target="/ppt/slides/slide12.xml" Id="R86b5481757644a0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1e49f038b4b67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38d256386408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/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d3c38d2563864082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c66b34bc04793" /><Relationship Type="http://schemas.openxmlformats.org/officeDocument/2006/relationships/image" Target="/ppt/media/image.png" Id="R46caf190a1db49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17f04ef544cff" /><Relationship Type="http://schemas.openxmlformats.org/officeDocument/2006/relationships/image" Target="/ppt/media/image2.png" Id="Rf6d8b8e9ada640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c5b2879cf4446" /><Relationship Type="http://schemas.openxmlformats.org/officeDocument/2006/relationships/image" Target="/ppt/media/image3.png" Id="R365926c813704a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e0a94d62c4e43" /><Relationship Type="http://schemas.openxmlformats.org/officeDocument/2006/relationships/image" Target="/ppt/media/image4.png" Id="R128319e0ddef4d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b71723be14ff6" /><Relationship Type="http://schemas.openxmlformats.org/officeDocument/2006/relationships/image" Target="/ppt/media/image5.png" Id="R8eeaf28ec3c940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e98bf238043f1" /><Relationship Type="http://schemas.openxmlformats.org/officeDocument/2006/relationships/image" Target="/ppt/media/image6.png" Id="R81f9f136c33e4e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b6b983bee46b9" /><Relationship Type="http://schemas.openxmlformats.org/officeDocument/2006/relationships/image" Target="/ppt/media/image7.png" Id="Rc19f2461addd4e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fc08b31524a6d" /><Relationship Type="http://schemas.openxmlformats.org/officeDocument/2006/relationships/image" Target="/ppt/media/image8.png" Id="R4e4c3e83890749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a5abdcce0479f" /><Relationship Type="http://schemas.openxmlformats.org/officeDocument/2006/relationships/image" Target="/ppt/media/image9.png" Id="Re1f2a69f3c614a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6facd4d44624" /><Relationship Type="http://schemas.openxmlformats.org/officeDocument/2006/relationships/image" Target="/ppt/media/image10.png" Id="Ree83b216d6f74d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a6ef3959e4658" /><Relationship Type="http://schemas.openxmlformats.org/officeDocument/2006/relationships/image" Target="/ppt/media/image11.png" Id="Rf185f944a52d46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653ed2c324245" /><Relationship Type="http://schemas.openxmlformats.org/officeDocument/2006/relationships/image" Target="/ppt/media/image12.png" Id="R1d4533d10ef243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0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af190a1db49d6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1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b8e9ada6407b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8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26c813704add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3353" y="400000"/>
            <a:ext cx="8277293" cy="43435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2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319e0ddef4deb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1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af28ec3c94070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4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9f136c33e4e30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73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f2461addd4e4b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55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c3e838907492a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2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2a69f3c614a45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7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3b216d6f74d0c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9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5f944a52d4629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5652" y="400000"/>
            <a:ext cx="8292696" cy="4343500"/>
          </a:xfrm>
          <a:prstGeom xmlns:a="http://schemas.openxmlformats.org/drawingml/2006/main" prst="rect"/>
        </p:spPr>
      </p:pic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36" name="Table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533d10ef24396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00" y="1919632"/>
            <a:ext cx="8343999" cy="1304235"/>
          </a:xfrm>
          <a:prstGeom xmlns:a="http://schemas.openxmlformats.org/drawingml/2006/main" prst="rect"/>
        </p:spPr>
      </p:pic>
    </p:spTree>
  </p:cSld>
</p:sld>
</file>